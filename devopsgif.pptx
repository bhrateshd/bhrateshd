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CE288-14E1-F29A-B8F6-79966A9DD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3152AA-4ADF-03B4-020D-481FEE052E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C7789-D0F1-660D-4696-A3D0873A7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4F7FC-558F-4ADD-8C20-3DECB519B969}" type="datetimeFigureOut">
              <a:rPr lang="en-IN" smtClean="0"/>
              <a:t>16-08-2024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F6DF3-E99F-E091-7B6E-EAEB37E17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6DFEB-6567-2B4C-C9E8-E30CBAB01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A64B-6937-4941-8530-3B4AF43E2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969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6943A-3931-9765-5D7A-4118B20D7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7CF47-337E-81D8-5DED-B5F1A61ED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AFAAE-5656-9A62-579C-7BDB1A15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4F7FC-558F-4ADD-8C20-3DECB519B969}" type="datetimeFigureOut">
              <a:rPr lang="en-IN" smtClean="0"/>
              <a:t>16-08-2024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88E67-F276-6DB3-A4A4-E0B700D8A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BB533-468C-5F2E-E270-95A0E6860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A64B-6937-4941-8530-3B4AF43E2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05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7E39E-7733-9661-A8D8-3F82E9CDB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A6018-7BB7-8848-40DB-5A2FC3E88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9A7D1-8608-A5FD-093D-8CC5B6AB1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4F7FC-558F-4ADD-8C20-3DECB519B969}" type="datetimeFigureOut">
              <a:rPr lang="en-IN" smtClean="0"/>
              <a:t>16-08-2024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F16B7-8B85-A3E0-6E01-E16C9D604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C79A7-DBD0-B4EE-AD62-7FA3EEFCE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A64B-6937-4941-8530-3B4AF43E2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979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909AE-FE80-2663-1CD8-4E5BFD649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6BC09-732E-8650-C0A3-283A411B1A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341D88-033C-3F97-56C0-D4C1B9D9B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F49F64-416F-5306-E332-F53CEF0CF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4F7FC-558F-4ADD-8C20-3DECB519B969}" type="datetimeFigureOut">
              <a:rPr lang="en-IN" smtClean="0"/>
              <a:t>16-08-2024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5DAF11-BED6-D516-4F8B-60C63766B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3E901-AA8D-E19F-6E5C-B3ACDD494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A64B-6937-4941-8530-3B4AF43E2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119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431C1-1C14-0542-3C21-E86C894F4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2D32A-A0E3-DDFC-3DDD-B14753CBC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D07CF-10DA-1372-82ED-30944CD4B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7247AF-0FE4-A180-50C1-9E3208269B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5E5EDE-3579-AC3D-D796-6204DDD4A9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840194-679F-2899-1D2E-7636B0D37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4F7FC-558F-4ADD-8C20-3DECB519B969}" type="datetimeFigureOut">
              <a:rPr lang="en-IN" smtClean="0"/>
              <a:t>16-08-2024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13CD14-D897-4180-292B-3F9181AC1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59D1AF-C32C-9575-6712-21C7AB57C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A64B-6937-4941-8530-3B4AF43E2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223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1B173-A77F-8384-BC39-811A35DB9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08CC09-ACE5-A06A-47D9-1AB11D08C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4F7FC-558F-4ADD-8C20-3DECB519B969}" type="datetimeFigureOut">
              <a:rPr lang="en-IN" smtClean="0"/>
              <a:t>16-08-2024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B7B1CB-4FE9-B782-3CF6-70A40CA25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B1DE1B-DB9F-477F-B2A8-68D60D6D1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A64B-6937-4941-8530-3B4AF43E2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574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F9F90F-8993-F95F-656E-F75939056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4F7FC-558F-4ADD-8C20-3DECB519B969}" type="datetimeFigureOut">
              <a:rPr lang="en-IN" smtClean="0"/>
              <a:t>16-08-2024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E7ED02-4652-FD34-55A2-C9D1C6DCA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D8305-17C9-247C-9474-5C358BD3E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A64B-6937-4941-8530-3B4AF43E2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86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D6E40-A052-6A48-3D52-240D5F470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A1BBC-3B09-3DE6-58EC-34B2A0CD4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197B6F-86CE-344A-43FD-FF1A412E57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AF2A4-75AC-6E13-3A01-B7CA28D81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4F7FC-558F-4ADD-8C20-3DECB519B969}" type="datetimeFigureOut">
              <a:rPr lang="en-IN" smtClean="0"/>
              <a:t>16-08-2024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52076-FB16-94A5-0CB5-59947A437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004F3-3782-A8C7-FBF7-C6FECB99E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A64B-6937-4941-8530-3B4AF43E2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744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B0C14-6DD7-6444-550D-666B63F7F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EDFCDC-AF5A-E191-1C0F-6962267237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72F44E-C65D-164E-B742-212BBA2670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9FD1D-1F32-63C8-05A7-2B21FF8C1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4F7FC-558F-4ADD-8C20-3DECB519B969}" type="datetimeFigureOut">
              <a:rPr lang="en-IN" smtClean="0"/>
              <a:t>16-08-2024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6549F-61A0-E397-CF5D-F3BD3D23A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0202D-48CD-E353-3227-995732F4B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A64B-6937-4941-8530-3B4AF43E2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57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88117-1B46-A71C-D716-8CAF907F8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B73118-A0F3-4077-7641-E8829161E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10B21-E31D-03EB-A2C9-E6A927735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4F7FC-558F-4ADD-8C20-3DECB519B969}" type="datetimeFigureOut">
              <a:rPr lang="en-IN" smtClean="0"/>
              <a:t>16-08-2024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77648-C784-07B8-5833-149345C2B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9F733-8064-27E8-620D-B576DA859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A64B-6937-4941-8530-3B4AF43E2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019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38A242-581B-5DD7-9662-9FC1882020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82DB9B-1898-7114-2B69-A5656B90D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587E4-6B56-DA59-99BB-DA82E97C9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4F7FC-558F-4ADD-8C20-3DECB519B969}" type="datetimeFigureOut">
              <a:rPr lang="en-IN" smtClean="0"/>
              <a:t>16-08-2024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F2EFF-C297-51B1-E776-0B39E801E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799A2-1CDC-2F29-8C58-30F3F0AED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A64B-6937-4941-8530-3B4AF43E2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455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A20762-4A79-7860-B12B-3A9081E00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253C0-85A8-51BE-1168-6C935ACDF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ED975-644D-4848-A0FA-14EC36EF2C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4F7FC-558F-4ADD-8C20-3DECB519B969}" type="datetimeFigureOut">
              <a:rPr lang="en-IN" smtClean="0"/>
              <a:t>16-08-2024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0DEDF-5F46-E544-5062-BD30612EFD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94F89-1290-5286-6C90-7F677E507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3A64B-6937-4941-8530-3B4AF43E2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2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creen Recording 3">
            <a:hlinkClick r:id="" action="ppaction://media"/>
            <a:extLst>
              <a:ext uri="{FF2B5EF4-FFF2-40B4-BE49-F238E27FC236}">
                <a16:creationId xmlns:a16="http://schemas.microsoft.com/office/drawing/2014/main" id="{89913ADB-218B-6E39-1D7C-D17D3108D29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22270" y="2436053"/>
            <a:ext cx="3351195" cy="1985894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61299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432"/>
    </mc:Choice>
    <mc:Fallback>
      <p:transition spd="slow" advTm="114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43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Bhratesh Dhangar</dc:creator>
  <cp:lastModifiedBy>Bhratesh Dhangar</cp:lastModifiedBy>
  <cp:revision>1</cp:revision>
  <dcterms:created xsi:type="dcterms:W3CDTF">2024-08-16T07:34:20Z</dcterms:created>
  <dcterms:modified xsi:type="dcterms:W3CDTF">2024-08-16T07:34:33Z</dcterms:modified>
</cp:coreProperties>
</file>